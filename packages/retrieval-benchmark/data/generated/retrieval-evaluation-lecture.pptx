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/>
        <p:txBody>
          <a:bodyPr/>
          <a:lstStyle/>
          <a:p>
            <a:r>
              <a:rPr lang="en-US"/>
              <a:t>Retrieval Evaluation</a:t>
            </a:r>
            <a:endParaRPr lang="en-US"/>
          </a:p>
        </p:txBody>
      </p:sp>
      <p:sp>
        <p:nvSpPr>
          <p:cNvPr id="3" name="Text 2"/>
          <p:cNvSpPr/>
          <p:nvPr/>
        </p:nvSpPr>
        <p:spPr/>
        <p:txBody>
          <a:bodyPr/>
          <a:lstStyle/>
          <a:p>
            <a:r>
              <a:rPr lang="en-US"/>
              <a:t>A judged benchmark separates ingestion coverage from ranking quality.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/>
        <p:txBody>
          <a:bodyPr/>
          <a:lstStyle/>
          <a:p>
            <a:r>
              <a:rPr lang="en-US"/>
              <a:t>Ranking Metrics</a:t>
            </a:r>
            <a:endParaRPr lang="en-US"/>
          </a:p>
        </p:txBody>
      </p:sp>
      <p:sp>
        <p:nvSpPr>
          <p:cNvPr id="3" name="Text 2"/>
          <p:cNvSpPr/>
          <p:nvPr/>
        </p:nvSpPr>
        <p:spPr/>
        <p:txBody>
          <a:bodyPr/>
          <a:lstStyle/>
          <a:p>
            <a:r>
              <a:rPr lang="en-US"/>
              <a:t>Mean reciprocal rank rewards the first relevant result.</a:t>
            </a:r>
            <a:endParaRPr lang="en-US"/>
          </a:p>
        </p:txBody>
      </p:sp>
      <p:sp>
        <p:nvSpPr>
          <p:cNvPr id="4" name="Text 3"/>
          <p:cNvSpPr/>
          <p:nvPr/>
        </p:nvSpPr>
        <p:spPr/>
        <p:txBody>
          <a:bodyPr/>
          <a:lstStyle/>
          <a:p>
            <a:r>
              <a:rPr lang="en-US"/>
              <a:t>nDCG preserves graded relevance and position.</a:t>
            </a:r>
            <a:endParaRPr lang="en-US"/>
          </a:p>
        </p:txBody>
      </p:sp>
      <p:sp>
        <p:nvSpPr>
          <p:cNvPr id="5" name="Text 4"/>
          <p:cNvSpPr/>
          <p:nvPr/>
        </p:nvSpPr>
        <p:spPr/>
        <p:txBody>
          <a:bodyPr/>
          <a:lstStyle/>
          <a:p>
            <a:r>
              <a:rPr lang="en-US"/>
              <a:t>EVAL_SLIDE_METRICS_02</a:t>
            </a:r>
            <a:endParaRPr lang="en-US"/>
          </a:p>
        </p:txBody>
      </p:sp>
    </p:spTree>
  </p:cSld>
  <p:clrMapOvr>
    <a:masterClrMapping/>
  </p:clrMapOvr>
</p:sld>
</file>